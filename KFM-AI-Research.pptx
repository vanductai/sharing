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29"/>
    <p:restoredTop sz="94500"/>
  </p:normalViewPr>
  <p:slideViewPr>
    <p:cSldViewPr snapToGrid="0">
      <p:cViewPr varScale="1">
        <p:scale>
          <a:sx n="115" d="100"/>
          <a:sy n="115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3CDA3-05FA-6FD6-B19B-7285B08861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BC5AD4-C497-61DE-A6B0-1429B6EF88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256F4-5F67-7662-CFAD-9877CDDFB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099E5-BBA2-B846-B5B8-84D3BBADCCED}" type="datetimeFigureOut">
              <a:rPr lang="en-VN" smtClean="0"/>
              <a:t>12/5/26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1A576-5F0D-67DB-3C30-67999B052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609FB-7AA0-5643-BF2C-D8E1DBCF6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96031-3711-7F49-B2A9-8EB9C290D5FA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011121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DBA0D-C77A-2A22-D1BF-83BE8EBC5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22170-4EAE-C1C0-8234-96C2E4FDE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0BD1F-FC83-2679-5A1E-4116B8024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099E5-BBA2-B846-B5B8-84D3BBADCCED}" type="datetimeFigureOut">
              <a:rPr lang="en-VN" smtClean="0"/>
              <a:t>12/5/26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CE1AF-8D77-D131-4C3B-3D4B13E7D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46D36-EC90-39C7-BAC4-252F0925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96031-3711-7F49-B2A9-8EB9C290D5FA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35156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9101F-0BAD-62BA-F832-A1570E118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900498-1921-539C-08E4-B536959820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A0EE8-3734-F5B2-DCE4-619BF3C43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099E5-BBA2-B846-B5B8-84D3BBADCCED}" type="datetimeFigureOut">
              <a:rPr lang="en-VN" smtClean="0"/>
              <a:t>12/5/26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34F58-1D44-1C10-BDD6-FA78FD13A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49223-6828-9F1A-94D6-58D83FC5C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96031-3711-7F49-B2A9-8EB9C290D5FA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507375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F80CC-25C7-68EF-E1A0-0FFF25CB7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F73E7-E951-5DCE-9678-1F0A7980C2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44B0B5-914A-044C-B514-9FDD1A3B9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D872D7-30EE-FAFF-9196-672EF4658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099E5-BBA2-B846-B5B8-84D3BBADCCED}" type="datetimeFigureOut">
              <a:rPr lang="en-VN" smtClean="0"/>
              <a:t>12/5/26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CA9009-88F7-7F9A-5BCE-BDE4CA21A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B562E2-E430-A9BD-FDE7-ACCB31059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96031-3711-7F49-B2A9-8EB9C290D5FA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471922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D9D0A-B1DC-CEF8-27C0-C75245028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4AA2FF-780F-FF8A-59E8-B3C25C887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6632C6-5BA5-415A-1A86-7822D110E0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60C72A-23FB-0B48-1D80-221D1B8770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6239C3-C73B-D3DB-0E8C-3C771D26C3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4D3D70-773E-3C64-E98B-EB18B7FC7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099E5-BBA2-B846-B5B8-84D3BBADCCED}" type="datetimeFigureOut">
              <a:rPr lang="en-VN" smtClean="0"/>
              <a:t>12/5/26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4AF9C7-EBEE-E9E7-B08D-011ECDE67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564C68-C18E-0FAB-02D3-D23F81354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96031-3711-7F49-B2A9-8EB9C290D5FA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515477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B5435-90C4-9C77-038F-9BBEB0C1D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78F020-9F40-5C29-7585-7FE36BE52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099E5-BBA2-B846-B5B8-84D3BBADCCED}" type="datetimeFigureOut">
              <a:rPr lang="en-VN" smtClean="0"/>
              <a:t>12/5/26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F0DCC2-A8B1-A580-F924-4409151E5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0CB0DB-3021-6E1E-D8DF-96F7A6EA3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96031-3711-7F49-B2A9-8EB9C290D5FA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473103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A7BD73-67E9-23BE-8C04-A4DA703CB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099E5-BBA2-B846-B5B8-84D3BBADCCED}" type="datetimeFigureOut">
              <a:rPr lang="en-VN" smtClean="0"/>
              <a:t>12/5/26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56E38F-F446-6218-686A-8A22B216F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6118C-2E0F-F3CC-CD8D-FCA04BB7D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96031-3711-7F49-B2A9-8EB9C290D5FA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169458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4FCE-356D-FC85-5868-45EDDA6C8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1CE4B-0C3E-9031-EED4-D65F69035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AA1903-7B58-26A8-6952-11B36A807B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46F873-7519-CE74-A4F3-578E43688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099E5-BBA2-B846-B5B8-84D3BBADCCED}" type="datetimeFigureOut">
              <a:rPr lang="en-VN" smtClean="0"/>
              <a:t>12/5/26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DE9FCF-C578-FF2B-5EDF-CE5110DDE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B27070-EDF8-E091-C970-DC1B711D4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96031-3711-7F49-B2A9-8EB9C290D5FA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157137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C23C9-EA7A-24F7-705F-CAABA8CAF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6AFCBA-835E-101D-3ED3-3732122619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BF6ACE-19F1-04F7-DCF6-D160FAB9FC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C74BDA-B9AC-DA98-E417-3EB39D73D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099E5-BBA2-B846-B5B8-84D3BBADCCED}" type="datetimeFigureOut">
              <a:rPr lang="en-VN" smtClean="0"/>
              <a:t>12/5/26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8A6D0-6A71-633F-1300-4AADC802F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970C8-36EE-C89A-7627-42AC031C8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96031-3711-7F49-B2A9-8EB9C290D5FA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10968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AEC8F-3174-B2E9-0531-2FAA1218B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6A54F2-54EA-9F83-63E3-A2BA19CD1D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8B9F4-B9D6-9B58-285B-AF19C471A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099E5-BBA2-B846-B5B8-84D3BBADCCED}" type="datetimeFigureOut">
              <a:rPr lang="en-VN" smtClean="0"/>
              <a:t>12/5/26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FEEBF-EDB4-D984-D85F-953DFFD0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13587-2A09-D799-A086-DD34D6664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96031-3711-7F49-B2A9-8EB9C290D5FA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31689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9E0923-2EDF-7E15-B789-8C5C705470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CE24BA-276F-5920-5931-84BB575BC7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85143-9BB9-BFCB-D742-B08E0A8A9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099E5-BBA2-B846-B5B8-84D3BBADCCED}" type="datetimeFigureOut">
              <a:rPr lang="en-VN" smtClean="0"/>
              <a:t>12/5/26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6BC78-3AB6-FFA5-57F4-813793F41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90C3C-D378-5486-1534-4449C3DB5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96031-3711-7F49-B2A9-8EB9C290D5FA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34305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CC6813-BFB0-6B98-5873-D38032D94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D429E3-3CD1-909C-867B-6CAAA4FFC2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8BA30-FD77-7E18-0DDF-13131EDFE3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3099E5-BBA2-B846-B5B8-84D3BBADCCED}" type="datetimeFigureOut">
              <a:rPr lang="en-VN" smtClean="0"/>
              <a:t>12/5/26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2808C1-2EBE-0FBE-81FE-969F032280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79FAA-1509-C750-3BD7-80C8D171C4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796031-3711-7F49-B2A9-8EB9C290D5FA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855503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5D84F0-74DD-5931-43D0-BA44B22FFFA4}"/>
              </a:ext>
            </a:extLst>
          </p:cNvPr>
          <p:cNvSpPr txBox="1"/>
          <p:nvPr/>
        </p:nvSpPr>
        <p:spPr>
          <a:xfrm>
            <a:off x="3049859" y="3244334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V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9590F5-0A7B-2491-DE56-067E2469AD6F}"/>
              </a:ext>
            </a:extLst>
          </p:cNvPr>
          <p:cNvSpPr txBox="1"/>
          <p:nvPr/>
        </p:nvSpPr>
        <p:spPr>
          <a:xfrm>
            <a:off x="3049859" y="3244334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V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8AC061-35C2-03E4-93E1-A1F7DAD35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824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D063FA8-4B71-BB61-0659-9BD79E1CB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05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F88B758-68C7-C505-CF63-E135D53D8F6E}"/>
              </a:ext>
            </a:extLst>
          </p:cNvPr>
          <p:cNvSpPr txBox="1"/>
          <p:nvPr/>
        </p:nvSpPr>
        <p:spPr>
          <a:xfrm>
            <a:off x="3048000" y="32479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V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6C5BD6-1E0C-66EF-4AB5-36E605B17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552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E0D716-D90A-8A62-535C-6AA34CE47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974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E6D11DE-717A-A593-CC50-4D51F2E38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213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5DB0A1-9E3E-2E4F-513B-4A8DB0CD8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158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3833B8-7438-D350-A38F-AF6A59B32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274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8D5D59-A3D6-1654-5C87-6DB2A5218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581"/>
            <a:ext cx="12192000" cy="680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910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1342</TotalTime>
  <Words>0</Words>
  <Application>Microsoft Macintosh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Tai</dc:creator>
  <cp:lastModifiedBy>Tai</cp:lastModifiedBy>
  <cp:revision>1</cp:revision>
  <dcterms:created xsi:type="dcterms:W3CDTF">2026-05-12T02:21:43Z</dcterms:created>
  <dcterms:modified xsi:type="dcterms:W3CDTF">2026-05-13T00:44:36Z</dcterms:modified>
</cp:coreProperties>
</file>